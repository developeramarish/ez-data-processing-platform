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תקציר מנהלים - מאמץ הפיתוח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פלטפורמת EZ לעיבוד נתונים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exports/pdf/development-effort_he.pdf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exports/svg/development-effort_he.svg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exports/markdown/development-effort_he.md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development-effort.html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