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Processing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Flow: Source Files → Processing → Multi-Destination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The architecture diagram is available in the following formats:</a:t>
            </a:r>
            <a:br/>
            <a:br/>
          </a:p>
          <a:p>
            <a:pPr>
              <a:spcBef>
                <a:spcPts val="600"/>
              </a:spcBef>
              <a:defRPr sz="1600"/>
            </a:pPr>
            <a:r>
              <a:t>• PDF: exports/pdf/data-pipeline.pdf</a:t>
            </a:r>
          </a:p>
          <a:p>
            <a:pPr>
              <a:spcBef>
                <a:spcPts val="600"/>
              </a:spcBef>
              <a:defRPr sz="1600"/>
            </a:pPr>
            <a:r>
              <a:t>• SVG: exports/svg/data-pipeline.svg</a:t>
            </a:r>
          </a:p>
          <a:p>
            <a:pPr>
              <a:spcBef>
                <a:spcPts val="600"/>
              </a:spcBef>
              <a:defRPr sz="1600"/>
            </a:pPr>
            <a:r>
              <a:t>• Markdown: exports/markdown/data-pipeline.md</a:t>
            </a:r>
          </a:p>
          <a:p>
            <a:pPr>
              <a:spcBef>
                <a:spcPts val="600"/>
              </a:spcBef>
              <a:defRPr sz="1600"/>
            </a:pPr>
            <a:r>
              <a:t>• Original HTML: data-pipeline.html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