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ארכיטקטורת פלטפורמת EZ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פלטפורמה לעיבוד ואימות נתונים | 9 מיקרו-שירותים | מונחית אירועים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exports/pdf/architecture-overview_he.pdf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exports/svg/architecture-overview_he.svg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exports/markdown/architecture-overview_he.md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architecture-overview.html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/>
            </a:pPr>
            <a:r>
              <a:t>• שכבת תצוגה</a:t>
            </a:r>
          </a:p>
          <a:p>
            <a:pPr>
              <a:spcBef>
                <a:spcPts val="1200"/>
              </a:spcBef>
              <a:defRPr sz="1800"/>
            </a:pPr>
            <a:r>
              <a:t>• שכבת API/ניהול</a:t>
            </a:r>
          </a:p>
          <a:p>
            <a:pPr>
              <a:spcBef>
                <a:spcPts val="1200"/>
              </a:spcBef>
              <a:defRPr sz="1800"/>
            </a:pPr>
            <a:r>
              <a:t>• צינור עיבוד נתונים</a:t>
            </a:r>
          </a:p>
          <a:p>
            <a:pPr>
              <a:spcBef>
                <a:spcPts val="1200"/>
              </a:spcBef>
              <a:defRPr sz="1800"/>
            </a:pPr>
            <a:r>
              <a:t>• תשתית מבוזרת</a:t>
            </a:r>
          </a:p>
          <a:p>
            <a:pPr>
              <a:spcBef>
                <a:spcPts val="1200"/>
              </a:spcBef>
              <a:defRPr sz="1800"/>
            </a:pPr>
            <a:r>
              <a:t>• ערימת ניטור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