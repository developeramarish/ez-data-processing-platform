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Summary - Development Effort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EZ Data Processing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architecture diagram is available in the following formats:</a:t>
            </a:r>
            <a:br/>
            <a:br/>
          </a:p>
          <a:p>
            <a:pPr>
              <a:spcBef>
                <a:spcPts val="600"/>
              </a:spcBef>
              <a:defRPr sz="1600"/>
            </a:pPr>
            <a:r>
              <a:t>• PDF: exports/pdf/development-effort.pdf</a:t>
            </a:r>
          </a:p>
          <a:p>
            <a:pPr>
              <a:spcBef>
                <a:spcPts val="600"/>
              </a:spcBef>
              <a:defRPr sz="1600"/>
            </a:pPr>
            <a:r>
              <a:t>• SVG: exports/svg/development-effort.svg</a:t>
            </a:r>
          </a:p>
          <a:p>
            <a:pPr>
              <a:spcBef>
                <a:spcPts val="600"/>
              </a:spcBef>
              <a:defRPr sz="1600"/>
            </a:pPr>
            <a:r>
              <a:t>• Markdown: exports/markdown/development-effort.md</a:t>
            </a:r>
          </a:p>
          <a:p>
            <a:pPr>
              <a:spcBef>
                <a:spcPts val="600"/>
              </a:spcBef>
              <a:defRPr sz="1600"/>
            </a:pPr>
            <a:r>
              <a:t>• Original HTML: development-effort.html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