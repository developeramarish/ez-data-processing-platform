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EZ Platform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Processing &amp; Validation Platform | 9 Microservices | Event-Driven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The architecture diagram is available in the following formats:</a:t>
            </a:r>
            <a:br/>
            <a:br/>
          </a:p>
          <a:p>
            <a:pPr>
              <a:spcBef>
                <a:spcPts val="600"/>
              </a:spcBef>
              <a:defRPr sz="1600"/>
            </a:pPr>
            <a:r>
              <a:t>• PDF: exports/pdf/architecture-overview.pdf</a:t>
            </a:r>
          </a:p>
          <a:p>
            <a:pPr>
              <a:spcBef>
                <a:spcPts val="600"/>
              </a:spcBef>
              <a:defRPr sz="1600"/>
            </a:pPr>
            <a:r>
              <a:t>• SVG: exports/svg/architecture-overview.svg</a:t>
            </a:r>
          </a:p>
          <a:p>
            <a:pPr>
              <a:spcBef>
                <a:spcPts val="600"/>
              </a:spcBef>
              <a:defRPr sz="1600"/>
            </a:pPr>
            <a:r>
              <a:t>• Markdown: exports/markdown/architecture-overview.md</a:t>
            </a:r>
          </a:p>
          <a:p>
            <a:pPr>
              <a:spcBef>
                <a:spcPts val="600"/>
              </a:spcBef>
              <a:defRPr sz="1600"/>
            </a:pPr>
            <a:r>
              <a:t>• Original HTML: architecture-overview.html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/>
            </a:pPr>
            <a:r>
              <a:t>• Presentation Layer</a:t>
            </a:r>
          </a:p>
          <a:p>
            <a:pPr>
              <a:spcBef>
                <a:spcPts val="1200"/>
              </a:spcBef>
              <a:defRPr sz="1800"/>
            </a:pPr>
            <a:r>
              <a:t>• API/Management Layer</a:t>
            </a:r>
          </a:p>
          <a:p>
            <a:pPr>
              <a:spcBef>
                <a:spcPts val="1200"/>
              </a:spcBef>
              <a:defRPr sz="1800"/>
            </a:pPr>
            <a:r>
              <a:t>• Data Processing Pipeline</a:t>
            </a:r>
          </a:p>
          <a:p>
            <a:pPr>
              <a:spcBef>
                <a:spcPts val="1200"/>
              </a:spcBef>
              <a:defRPr sz="1800"/>
            </a:pPr>
            <a:r>
              <a:t>• Distributed Infrastructure</a:t>
            </a:r>
          </a:p>
          <a:p>
            <a:pPr>
              <a:spcBef>
                <a:spcPts val="1200"/>
              </a:spcBef>
              <a:defRPr sz="1800"/>
            </a:pPr>
            <a:r>
              <a:t>• Observability Stack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