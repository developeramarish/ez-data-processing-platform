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צינור עיבוד הנתונים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זרימה מקצה לקצה: קבצי מקור ← עיבוד ← פלט מרובה יעדים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exports/pdf/data-pipeline_he.pdf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exports/svg/data-pipeline_he.svg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exports/markdown/data-pipeline_he.md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data-pipeline.html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